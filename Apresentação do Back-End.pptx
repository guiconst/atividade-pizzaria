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nva Sans Bold" charset="1" panose="020B0803030501040103"/>
      <p:regular r:id="rId14"/>
    </p:embeddedFont>
    <p:embeddedFont>
      <p:font typeface="Futura Bold" charset="1" panose="020B0702020204020203"/>
      <p:regular r:id="rId15"/>
    </p:embeddedFont>
    <p:embeddedFont>
      <p:font typeface="Futura" charset="1" panose="020B05020202040203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1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4508" y="227032"/>
            <a:ext cx="17758984" cy="9832936"/>
          </a:xfrm>
          <a:custGeom>
            <a:avLst/>
            <a:gdLst/>
            <a:ahLst/>
            <a:cxnLst/>
            <a:rect r="r" b="b" t="t" l="l"/>
            <a:pathLst>
              <a:path h="9832936" w="17758984">
                <a:moveTo>
                  <a:pt x="0" y="0"/>
                </a:moveTo>
                <a:lnTo>
                  <a:pt x="17758984" y="0"/>
                </a:lnTo>
                <a:lnTo>
                  <a:pt x="17758984" y="9832936"/>
                </a:lnTo>
                <a:lnTo>
                  <a:pt x="0" y="9832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6000"/>
            </a:blip>
            <a:stretch>
              <a:fillRect l="-8876" t="-20175" r="0" b="-2017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7198" y="2337798"/>
            <a:ext cx="16773604" cy="5741516"/>
            <a:chOff x="0" y="0"/>
            <a:chExt cx="52563188" cy="17992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2390" y="72390"/>
              <a:ext cx="52418409" cy="17847321"/>
            </a:xfrm>
            <a:custGeom>
              <a:avLst/>
              <a:gdLst/>
              <a:ahLst/>
              <a:cxnLst/>
              <a:rect r="r" b="b" t="t" l="l"/>
              <a:pathLst>
                <a:path h="17847321" w="52418409">
                  <a:moveTo>
                    <a:pt x="0" y="0"/>
                  </a:moveTo>
                  <a:lnTo>
                    <a:pt x="52418409" y="0"/>
                  </a:lnTo>
                  <a:lnTo>
                    <a:pt x="52418409" y="17847321"/>
                  </a:lnTo>
                  <a:lnTo>
                    <a:pt x="0" y="178473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563185" cy="17992100"/>
            </a:xfrm>
            <a:custGeom>
              <a:avLst/>
              <a:gdLst/>
              <a:ahLst/>
              <a:cxnLst/>
              <a:rect r="r" b="b" t="t" l="l"/>
              <a:pathLst>
                <a:path h="17992100" w="52563185">
                  <a:moveTo>
                    <a:pt x="52418407" y="17847320"/>
                  </a:moveTo>
                  <a:lnTo>
                    <a:pt x="52563185" y="17847320"/>
                  </a:lnTo>
                  <a:lnTo>
                    <a:pt x="52563185" y="17992100"/>
                  </a:lnTo>
                  <a:lnTo>
                    <a:pt x="52418407" y="17992100"/>
                  </a:lnTo>
                  <a:lnTo>
                    <a:pt x="52418407" y="1784732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847320"/>
                  </a:lnTo>
                  <a:lnTo>
                    <a:pt x="0" y="17847320"/>
                  </a:lnTo>
                  <a:lnTo>
                    <a:pt x="0" y="144780"/>
                  </a:lnTo>
                  <a:close/>
                  <a:moveTo>
                    <a:pt x="0" y="17847320"/>
                  </a:moveTo>
                  <a:lnTo>
                    <a:pt x="144780" y="17847320"/>
                  </a:lnTo>
                  <a:lnTo>
                    <a:pt x="144780" y="17992100"/>
                  </a:lnTo>
                  <a:lnTo>
                    <a:pt x="0" y="17992100"/>
                  </a:lnTo>
                  <a:lnTo>
                    <a:pt x="0" y="17847320"/>
                  </a:lnTo>
                  <a:close/>
                  <a:moveTo>
                    <a:pt x="52418407" y="144780"/>
                  </a:moveTo>
                  <a:lnTo>
                    <a:pt x="52563185" y="144780"/>
                  </a:lnTo>
                  <a:lnTo>
                    <a:pt x="52563185" y="17847320"/>
                  </a:lnTo>
                  <a:lnTo>
                    <a:pt x="52418407" y="17847320"/>
                  </a:lnTo>
                  <a:lnTo>
                    <a:pt x="52418407" y="144780"/>
                  </a:lnTo>
                  <a:close/>
                  <a:moveTo>
                    <a:pt x="144780" y="17847320"/>
                  </a:moveTo>
                  <a:lnTo>
                    <a:pt x="52418407" y="17847320"/>
                  </a:lnTo>
                  <a:lnTo>
                    <a:pt x="52418407" y="17992100"/>
                  </a:lnTo>
                  <a:lnTo>
                    <a:pt x="144780" y="17992100"/>
                  </a:lnTo>
                  <a:lnTo>
                    <a:pt x="144780" y="17847320"/>
                  </a:lnTo>
                  <a:close/>
                  <a:moveTo>
                    <a:pt x="52418407" y="0"/>
                  </a:moveTo>
                  <a:lnTo>
                    <a:pt x="52563185" y="0"/>
                  </a:lnTo>
                  <a:lnTo>
                    <a:pt x="52563185" y="144780"/>
                  </a:lnTo>
                  <a:lnTo>
                    <a:pt x="52418407" y="144780"/>
                  </a:lnTo>
                  <a:lnTo>
                    <a:pt x="5241840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2418407" y="0"/>
                  </a:lnTo>
                  <a:lnTo>
                    <a:pt x="5241840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B1B1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27004" y="2574465"/>
            <a:ext cx="15732296" cy="699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4"/>
              </a:lnSpc>
            </a:pPr>
            <a:r>
              <a:rPr lang="en-US" sz="13388" b="true">
                <a:solidFill>
                  <a:srgbClr val="08070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APRESENTAÇÃO DO</a:t>
            </a:r>
            <a:r>
              <a:rPr lang="en-US" sz="13388" b="true">
                <a:solidFill>
                  <a:srgbClr val="08070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BACK-END</a:t>
            </a:r>
          </a:p>
          <a:p>
            <a:pPr algn="l">
              <a:lnSpc>
                <a:spcPts val="18464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045605" y="5208556"/>
            <a:ext cx="4213695" cy="4512659"/>
          </a:xfrm>
          <a:custGeom>
            <a:avLst/>
            <a:gdLst/>
            <a:ahLst/>
            <a:cxnLst/>
            <a:rect r="r" b="b" t="t" l="l"/>
            <a:pathLst>
              <a:path h="4512659" w="4213695">
                <a:moveTo>
                  <a:pt x="0" y="0"/>
                </a:moveTo>
                <a:lnTo>
                  <a:pt x="4213695" y="0"/>
                </a:lnTo>
                <a:lnTo>
                  <a:pt x="4213695" y="4512659"/>
                </a:lnTo>
                <a:lnTo>
                  <a:pt x="0" y="45126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4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5738" y="278717"/>
            <a:ext cx="17736524" cy="9729565"/>
            <a:chOff x="0" y="0"/>
            <a:chExt cx="55580676" cy="30489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55435893" cy="30344612"/>
            </a:xfrm>
            <a:custGeom>
              <a:avLst/>
              <a:gdLst/>
              <a:ahLst/>
              <a:cxnLst/>
              <a:rect r="r" b="b" t="t" l="l"/>
              <a:pathLst>
                <a:path h="30344612" w="55435893">
                  <a:moveTo>
                    <a:pt x="0" y="0"/>
                  </a:moveTo>
                  <a:lnTo>
                    <a:pt x="55435893" y="0"/>
                  </a:lnTo>
                  <a:lnTo>
                    <a:pt x="55435893" y="30344612"/>
                  </a:lnTo>
                  <a:lnTo>
                    <a:pt x="0" y="303446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580676" cy="30489392"/>
            </a:xfrm>
            <a:custGeom>
              <a:avLst/>
              <a:gdLst/>
              <a:ahLst/>
              <a:cxnLst/>
              <a:rect r="r" b="b" t="t" l="l"/>
              <a:pathLst>
                <a:path h="30489392" w="55580676">
                  <a:moveTo>
                    <a:pt x="55435897" y="30344610"/>
                  </a:moveTo>
                  <a:lnTo>
                    <a:pt x="55580676" y="30344610"/>
                  </a:lnTo>
                  <a:lnTo>
                    <a:pt x="55580676" y="30489392"/>
                  </a:lnTo>
                  <a:lnTo>
                    <a:pt x="55435897" y="30489392"/>
                  </a:lnTo>
                  <a:lnTo>
                    <a:pt x="55435897" y="3034461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0344610"/>
                  </a:lnTo>
                  <a:lnTo>
                    <a:pt x="0" y="30344610"/>
                  </a:lnTo>
                  <a:lnTo>
                    <a:pt x="0" y="144780"/>
                  </a:lnTo>
                  <a:close/>
                  <a:moveTo>
                    <a:pt x="0" y="30344610"/>
                  </a:moveTo>
                  <a:lnTo>
                    <a:pt x="144780" y="30344610"/>
                  </a:lnTo>
                  <a:lnTo>
                    <a:pt x="144780" y="30489392"/>
                  </a:lnTo>
                  <a:lnTo>
                    <a:pt x="0" y="30489392"/>
                  </a:lnTo>
                  <a:lnTo>
                    <a:pt x="0" y="30344610"/>
                  </a:lnTo>
                  <a:close/>
                  <a:moveTo>
                    <a:pt x="55435897" y="144780"/>
                  </a:moveTo>
                  <a:lnTo>
                    <a:pt x="55580676" y="144780"/>
                  </a:lnTo>
                  <a:lnTo>
                    <a:pt x="55580676" y="30344610"/>
                  </a:lnTo>
                  <a:lnTo>
                    <a:pt x="55435897" y="30344610"/>
                  </a:lnTo>
                  <a:lnTo>
                    <a:pt x="55435897" y="144780"/>
                  </a:lnTo>
                  <a:close/>
                  <a:moveTo>
                    <a:pt x="144780" y="30344610"/>
                  </a:moveTo>
                  <a:lnTo>
                    <a:pt x="55435897" y="30344610"/>
                  </a:lnTo>
                  <a:lnTo>
                    <a:pt x="55435897" y="30489392"/>
                  </a:lnTo>
                  <a:lnTo>
                    <a:pt x="144780" y="30489392"/>
                  </a:lnTo>
                  <a:lnTo>
                    <a:pt x="144780" y="30344610"/>
                  </a:lnTo>
                  <a:close/>
                  <a:moveTo>
                    <a:pt x="55435897" y="0"/>
                  </a:moveTo>
                  <a:lnTo>
                    <a:pt x="55580676" y="0"/>
                  </a:lnTo>
                  <a:lnTo>
                    <a:pt x="55580676" y="144780"/>
                  </a:lnTo>
                  <a:lnTo>
                    <a:pt x="55435897" y="144780"/>
                  </a:lnTo>
                  <a:lnTo>
                    <a:pt x="5543589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5435897" y="0"/>
                  </a:lnTo>
                  <a:lnTo>
                    <a:pt x="5543589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B1B1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-1320666">
            <a:off x="13247890" y="7175020"/>
            <a:ext cx="4283407" cy="1981076"/>
          </a:xfrm>
          <a:custGeom>
            <a:avLst/>
            <a:gdLst/>
            <a:ahLst/>
            <a:cxnLst/>
            <a:rect r="r" b="b" t="t" l="l"/>
            <a:pathLst>
              <a:path h="1981076" w="4283407">
                <a:moveTo>
                  <a:pt x="0" y="0"/>
                </a:moveTo>
                <a:lnTo>
                  <a:pt x="4283407" y="0"/>
                </a:lnTo>
                <a:lnTo>
                  <a:pt x="4283407" y="1981076"/>
                </a:lnTo>
                <a:lnTo>
                  <a:pt x="0" y="1981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3482" y="2761314"/>
            <a:ext cx="15061037" cy="5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ARQUITETURA DO PROJETO</a:t>
            </a: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      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5738" y="194933"/>
            <a:ext cx="17736524" cy="2031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5"/>
              </a:lnSpc>
            </a:pPr>
            <a:r>
              <a:rPr lang="en-US" sz="11889" b="true">
                <a:solidFill>
                  <a:srgbClr val="08070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Passo 1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1358480">
            <a:off x="910914" y="748135"/>
            <a:ext cx="4283407" cy="1981076"/>
          </a:xfrm>
          <a:custGeom>
            <a:avLst/>
            <a:gdLst/>
            <a:ahLst/>
            <a:cxnLst/>
            <a:rect r="r" b="b" t="t" l="l"/>
            <a:pathLst>
              <a:path h="1981076" w="4283407">
                <a:moveTo>
                  <a:pt x="4283407" y="0"/>
                </a:moveTo>
                <a:lnTo>
                  <a:pt x="0" y="0"/>
                </a:lnTo>
                <a:lnTo>
                  <a:pt x="0" y="1981076"/>
                </a:lnTo>
                <a:lnTo>
                  <a:pt x="4283407" y="1981076"/>
                </a:lnTo>
                <a:lnTo>
                  <a:pt x="42834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460075" y="3692000"/>
            <a:ext cx="4186816" cy="5381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api-pizzaria/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├── src/ 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│ ├── controllers/ 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│ ├── ro</a:t>
            </a: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utes/ 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│ ├── data/ 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│ └── app.js 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├── public/ 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├── server.js 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└── package.json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4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5738" y="278717"/>
            <a:ext cx="17736524" cy="9729565"/>
            <a:chOff x="0" y="0"/>
            <a:chExt cx="55580676" cy="30489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55435893" cy="30344612"/>
            </a:xfrm>
            <a:custGeom>
              <a:avLst/>
              <a:gdLst/>
              <a:ahLst/>
              <a:cxnLst/>
              <a:rect r="r" b="b" t="t" l="l"/>
              <a:pathLst>
                <a:path h="30344612" w="55435893">
                  <a:moveTo>
                    <a:pt x="0" y="0"/>
                  </a:moveTo>
                  <a:lnTo>
                    <a:pt x="55435893" y="0"/>
                  </a:lnTo>
                  <a:lnTo>
                    <a:pt x="55435893" y="30344612"/>
                  </a:lnTo>
                  <a:lnTo>
                    <a:pt x="0" y="303446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580676" cy="30489392"/>
            </a:xfrm>
            <a:custGeom>
              <a:avLst/>
              <a:gdLst/>
              <a:ahLst/>
              <a:cxnLst/>
              <a:rect r="r" b="b" t="t" l="l"/>
              <a:pathLst>
                <a:path h="30489392" w="55580676">
                  <a:moveTo>
                    <a:pt x="55435897" y="30344610"/>
                  </a:moveTo>
                  <a:lnTo>
                    <a:pt x="55580676" y="30344610"/>
                  </a:lnTo>
                  <a:lnTo>
                    <a:pt x="55580676" y="30489392"/>
                  </a:lnTo>
                  <a:lnTo>
                    <a:pt x="55435897" y="30489392"/>
                  </a:lnTo>
                  <a:lnTo>
                    <a:pt x="55435897" y="3034461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0344610"/>
                  </a:lnTo>
                  <a:lnTo>
                    <a:pt x="0" y="30344610"/>
                  </a:lnTo>
                  <a:lnTo>
                    <a:pt x="0" y="144780"/>
                  </a:lnTo>
                  <a:close/>
                  <a:moveTo>
                    <a:pt x="0" y="30344610"/>
                  </a:moveTo>
                  <a:lnTo>
                    <a:pt x="144780" y="30344610"/>
                  </a:lnTo>
                  <a:lnTo>
                    <a:pt x="144780" y="30489392"/>
                  </a:lnTo>
                  <a:lnTo>
                    <a:pt x="0" y="30489392"/>
                  </a:lnTo>
                  <a:lnTo>
                    <a:pt x="0" y="30344610"/>
                  </a:lnTo>
                  <a:close/>
                  <a:moveTo>
                    <a:pt x="55435897" y="144780"/>
                  </a:moveTo>
                  <a:lnTo>
                    <a:pt x="55580676" y="144780"/>
                  </a:lnTo>
                  <a:lnTo>
                    <a:pt x="55580676" y="30344610"/>
                  </a:lnTo>
                  <a:lnTo>
                    <a:pt x="55435897" y="30344610"/>
                  </a:lnTo>
                  <a:lnTo>
                    <a:pt x="55435897" y="144780"/>
                  </a:lnTo>
                  <a:close/>
                  <a:moveTo>
                    <a:pt x="144780" y="30344610"/>
                  </a:moveTo>
                  <a:lnTo>
                    <a:pt x="55435897" y="30344610"/>
                  </a:lnTo>
                  <a:lnTo>
                    <a:pt x="55435897" y="30489392"/>
                  </a:lnTo>
                  <a:lnTo>
                    <a:pt x="144780" y="30489392"/>
                  </a:lnTo>
                  <a:lnTo>
                    <a:pt x="144780" y="30344610"/>
                  </a:lnTo>
                  <a:close/>
                  <a:moveTo>
                    <a:pt x="55435897" y="0"/>
                  </a:moveTo>
                  <a:lnTo>
                    <a:pt x="55580676" y="0"/>
                  </a:lnTo>
                  <a:lnTo>
                    <a:pt x="55580676" y="144780"/>
                  </a:lnTo>
                  <a:lnTo>
                    <a:pt x="55435897" y="144780"/>
                  </a:lnTo>
                  <a:lnTo>
                    <a:pt x="5543589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5435897" y="0"/>
                  </a:lnTo>
                  <a:lnTo>
                    <a:pt x="5543589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B1B1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13482" y="3497810"/>
            <a:ext cx="15061037" cy="5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 INICIALIZAÇÃO DO PROJETO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5738" y="392665"/>
            <a:ext cx="17736524" cy="2031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5"/>
              </a:lnSpc>
            </a:pPr>
            <a:r>
              <a:rPr lang="en-US" sz="11889" b="true">
                <a:solidFill>
                  <a:srgbClr val="08070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Passo 2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498170" y="6247935"/>
            <a:ext cx="4134568" cy="3457533"/>
          </a:xfrm>
          <a:custGeom>
            <a:avLst/>
            <a:gdLst/>
            <a:ahLst/>
            <a:cxnLst/>
            <a:rect r="r" b="b" t="t" l="l"/>
            <a:pathLst>
              <a:path h="3457533" w="4134568">
                <a:moveTo>
                  <a:pt x="0" y="0"/>
                </a:moveTo>
                <a:lnTo>
                  <a:pt x="4134568" y="0"/>
                </a:lnTo>
                <a:lnTo>
                  <a:pt x="4134568" y="3457533"/>
                </a:lnTo>
                <a:lnTo>
                  <a:pt x="0" y="3457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9954" y="621265"/>
            <a:ext cx="4134568" cy="3457533"/>
          </a:xfrm>
          <a:custGeom>
            <a:avLst/>
            <a:gdLst/>
            <a:ahLst/>
            <a:cxnLst/>
            <a:rect r="r" b="b" t="t" l="l"/>
            <a:pathLst>
              <a:path h="3457533" w="4134568">
                <a:moveTo>
                  <a:pt x="0" y="0"/>
                </a:moveTo>
                <a:lnTo>
                  <a:pt x="4134568" y="0"/>
                </a:lnTo>
                <a:lnTo>
                  <a:pt x="4134568" y="3457532"/>
                </a:lnTo>
                <a:lnTo>
                  <a:pt x="0" y="3457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023061" y="4560998"/>
            <a:ext cx="6241879" cy="484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express (^4.18.2): Framework web para</a:t>
            </a: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 criar a API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cors (^2.8.5): Permitir req</a:t>
            </a: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uisições do frontend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nodemon (^3.0.1): Auto-reload durante desenvolvimento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4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5738" y="278717"/>
            <a:ext cx="17736524" cy="9729565"/>
            <a:chOff x="0" y="0"/>
            <a:chExt cx="55580676" cy="30489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55435893" cy="30344612"/>
            </a:xfrm>
            <a:custGeom>
              <a:avLst/>
              <a:gdLst/>
              <a:ahLst/>
              <a:cxnLst/>
              <a:rect r="r" b="b" t="t" l="l"/>
              <a:pathLst>
                <a:path h="30344612" w="55435893">
                  <a:moveTo>
                    <a:pt x="0" y="0"/>
                  </a:moveTo>
                  <a:lnTo>
                    <a:pt x="55435893" y="0"/>
                  </a:lnTo>
                  <a:lnTo>
                    <a:pt x="55435893" y="30344612"/>
                  </a:lnTo>
                  <a:lnTo>
                    <a:pt x="0" y="303446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580676" cy="30489392"/>
            </a:xfrm>
            <a:custGeom>
              <a:avLst/>
              <a:gdLst/>
              <a:ahLst/>
              <a:cxnLst/>
              <a:rect r="r" b="b" t="t" l="l"/>
              <a:pathLst>
                <a:path h="30489392" w="55580676">
                  <a:moveTo>
                    <a:pt x="55435897" y="30344610"/>
                  </a:moveTo>
                  <a:lnTo>
                    <a:pt x="55580676" y="30344610"/>
                  </a:lnTo>
                  <a:lnTo>
                    <a:pt x="55580676" y="30489392"/>
                  </a:lnTo>
                  <a:lnTo>
                    <a:pt x="55435897" y="30489392"/>
                  </a:lnTo>
                  <a:lnTo>
                    <a:pt x="55435897" y="3034461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0344610"/>
                  </a:lnTo>
                  <a:lnTo>
                    <a:pt x="0" y="30344610"/>
                  </a:lnTo>
                  <a:lnTo>
                    <a:pt x="0" y="144780"/>
                  </a:lnTo>
                  <a:close/>
                  <a:moveTo>
                    <a:pt x="0" y="30344610"/>
                  </a:moveTo>
                  <a:lnTo>
                    <a:pt x="144780" y="30344610"/>
                  </a:lnTo>
                  <a:lnTo>
                    <a:pt x="144780" y="30489392"/>
                  </a:lnTo>
                  <a:lnTo>
                    <a:pt x="0" y="30489392"/>
                  </a:lnTo>
                  <a:lnTo>
                    <a:pt x="0" y="30344610"/>
                  </a:lnTo>
                  <a:close/>
                  <a:moveTo>
                    <a:pt x="55435897" y="144780"/>
                  </a:moveTo>
                  <a:lnTo>
                    <a:pt x="55580676" y="144780"/>
                  </a:lnTo>
                  <a:lnTo>
                    <a:pt x="55580676" y="30344610"/>
                  </a:lnTo>
                  <a:lnTo>
                    <a:pt x="55435897" y="30344610"/>
                  </a:lnTo>
                  <a:lnTo>
                    <a:pt x="55435897" y="144780"/>
                  </a:lnTo>
                  <a:close/>
                  <a:moveTo>
                    <a:pt x="144780" y="30344610"/>
                  </a:moveTo>
                  <a:lnTo>
                    <a:pt x="55435897" y="30344610"/>
                  </a:lnTo>
                  <a:lnTo>
                    <a:pt x="55435897" y="30489392"/>
                  </a:lnTo>
                  <a:lnTo>
                    <a:pt x="144780" y="30489392"/>
                  </a:lnTo>
                  <a:lnTo>
                    <a:pt x="144780" y="30344610"/>
                  </a:lnTo>
                  <a:close/>
                  <a:moveTo>
                    <a:pt x="55435897" y="0"/>
                  </a:moveTo>
                  <a:lnTo>
                    <a:pt x="55580676" y="0"/>
                  </a:lnTo>
                  <a:lnTo>
                    <a:pt x="55580676" y="144780"/>
                  </a:lnTo>
                  <a:lnTo>
                    <a:pt x="55435897" y="144780"/>
                  </a:lnTo>
                  <a:lnTo>
                    <a:pt x="5543589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5435897" y="0"/>
                  </a:lnTo>
                  <a:lnTo>
                    <a:pt x="5543589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B1B1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4341247" y="5519182"/>
            <a:ext cx="3550470" cy="4347413"/>
          </a:xfrm>
          <a:custGeom>
            <a:avLst/>
            <a:gdLst/>
            <a:ahLst/>
            <a:cxnLst/>
            <a:rect r="r" b="b" t="t" l="l"/>
            <a:pathLst>
              <a:path h="4347413" w="3550470">
                <a:moveTo>
                  <a:pt x="0" y="0"/>
                </a:moveTo>
                <a:lnTo>
                  <a:pt x="3550470" y="0"/>
                </a:lnTo>
                <a:lnTo>
                  <a:pt x="3550470" y="4347413"/>
                </a:lnTo>
                <a:lnTo>
                  <a:pt x="0" y="4347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52384" y="2721469"/>
            <a:ext cx="8383233" cy="5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CONFIGURAÇÃO DO SERVIDOR EXPRESS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5738" y="355071"/>
            <a:ext cx="17736524" cy="2031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5"/>
              </a:lnSpc>
            </a:pPr>
            <a:r>
              <a:rPr lang="en-US" sz="11889" b="true">
                <a:solidFill>
                  <a:srgbClr val="08070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Passo 3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546231" y="474562"/>
            <a:ext cx="3550470" cy="4347413"/>
          </a:xfrm>
          <a:custGeom>
            <a:avLst/>
            <a:gdLst/>
            <a:ahLst/>
            <a:cxnLst/>
            <a:rect r="r" b="b" t="t" l="l"/>
            <a:pathLst>
              <a:path h="4347413" w="3550470">
                <a:moveTo>
                  <a:pt x="3550471" y="0"/>
                </a:moveTo>
                <a:lnTo>
                  <a:pt x="0" y="0"/>
                </a:lnTo>
                <a:lnTo>
                  <a:pt x="0" y="4347413"/>
                </a:lnTo>
                <a:lnTo>
                  <a:pt x="3550471" y="4347413"/>
                </a:lnTo>
                <a:lnTo>
                  <a:pt x="35504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01035" y="3941155"/>
            <a:ext cx="7885930" cy="484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Configuração do Servidor (server.js):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Importação do app configurado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Definição da porta</a:t>
            </a: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 (3000)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</a:t>
            </a: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onfiguração do Express (app.js):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Importação das bibliotecas (express, cors)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Configuração de middlewares: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CORS para permitir req</a:t>
            </a: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uisições externas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Registro das rotas da API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4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5738" y="278717"/>
            <a:ext cx="17736524" cy="9729565"/>
            <a:chOff x="0" y="0"/>
            <a:chExt cx="55580676" cy="30489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55435893" cy="30344612"/>
            </a:xfrm>
            <a:custGeom>
              <a:avLst/>
              <a:gdLst/>
              <a:ahLst/>
              <a:cxnLst/>
              <a:rect r="r" b="b" t="t" l="l"/>
              <a:pathLst>
                <a:path h="30344612" w="55435893">
                  <a:moveTo>
                    <a:pt x="0" y="0"/>
                  </a:moveTo>
                  <a:lnTo>
                    <a:pt x="55435893" y="0"/>
                  </a:lnTo>
                  <a:lnTo>
                    <a:pt x="55435893" y="30344612"/>
                  </a:lnTo>
                  <a:lnTo>
                    <a:pt x="0" y="303446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580676" cy="30489392"/>
            </a:xfrm>
            <a:custGeom>
              <a:avLst/>
              <a:gdLst/>
              <a:ahLst/>
              <a:cxnLst/>
              <a:rect r="r" b="b" t="t" l="l"/>
              <a:pathLst>
                <a:path h="30489392" w="55580676">
                  <a:moveTo>
                    <a:pt x="55435897" y="30344610"/>
                  </a:moveTo>
                  <a:lnTo>
                    <a:pt x="55580676" y="30344610"/>
                  </a:lnTo>
                  <a:lnTo>
                    <a:pt x="55580676" y="30489392"/>
                  </a:lnTo>
                  <a:lnTo>
                    <a:pt x="55435897" y="30489392"/>
                  </a:lnTo>
                  <a:lnTo>
                    <a:pt x="55435897" y="3034461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0344610"/>
                  </a:lnTo>
                  <a:lnTo>
                    <a:pt x="0" y="30344610"/>
                  </a:lnTo>
                  <a:lnTo>
                    <a:pt x="0" y="144780"/>
                  </a:lnTo>
                  <a:close/>
                  <a:moveTo>
                    <a:pt x="0" y="30344610"/>
                  </a:moveTo>
                  <a:lnTo>
                    <a:pt x="144780" y="30344610"/>
                  </a:lnTo>
                  <a:lnTo>
                    <a:pt x="144780" y="30489392"/>
                  </a:lnTo>
                  <a:lnTo>
                    <a:pt x="0" y="30489392"/>
                  </a:lnTo>
                  <a:lnTo>
                    <a:pt x="0" y="30344610"/>
                  </a:lnTo>
                  <a:close/>
                  <a:moveTo>
                    <a:pt x="55435897" y="144780"/>
                  </a:moveTo>
                  <a:lnTo>
                    <a:pt x="55580676" y="144780"/>
                  </a:lnTo>
                  <a:lnTo>
                    <a:pt x="55580676" y="30344610"/>
                  </a:lnTo>
                  <a:lnTo>
                    <a:pt x="55435897" y="30344610"/>
                  </a:lnTo>
                  <a:lnTo>
                    <a:pt x="55435897" y="144780"/>
                  </a:lnTo>
                  <a:close/>
                  <a:moveTo>
                    <a:pt x="144780" y="30344610"/>
                  </a:moveTo>
                  <a:lnTo>
                    <a:pt x="55435897" y="30344610"/>
                  </a:lnTo>
                  <a:lnTo>
                    <a:pt x="55435897" y="30489392"/>
                  </a:lnTo>
                  <a:lnTo>
                    <a:pt x="144780" y="30489392"/>
                  </a:lnTo>
                  <a:lnTo>
                    <a:pt x="144780" y="30344610"/>
                  </a:lnTo>
                  <a:close/>
                  <a:moveTo>
                    <a:pt x="55435897" y="0"/>
                  </a:moveTo>
                  <a:lnTo>
                    <a:pt x="55580676" y="0"/>
                  </a:lnTo>
                  <a:lnTo>
                    <a:pt x="55580676" y="144780"/>
                  </a:lnTo>
                  <a:lnTo>
                    <a:pt x="55435897" y="144780"/>
                  </a:lnTo>
                  <a:lnTo>
                    <a:pt x="5543589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5435897" y="0"/>
                  </a:lnTo>
                  <a:lnTo>
                    <a:pt x="5543589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B1B1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-1320666">
            <a:off x="13247890" y="7175020"/>
            <a:ext cx="4283407" cy="1981076"/>
          </a:xfrm>
          <a:custGeom>
            <a:avLst/>
            <a:gdLst/>
            <a:ahLst/>
            <a:cxnLst/>
            <a:rect r="r" b="b" t="t" l="l"/>
            <a:pathLst>
              <a:path h="1981076" w="4283407">
                <a:moveTo>
                  <a:pt x="0" y="0"/>
                </a:moveTo>
                <a:lnTo>
                  <a:pt x="4283407" y="0"/>
                </a:lnTo>
                <a:lnTo>
                  <a:pt x="4283407" y="1981076"/>
                </a:lnTo>
                <a:lnTo>
                  <a:pt x="0" y="1981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3482" y="2668772"/>
            <a:ext cx="15061037" cy="5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CRUD DE PIZZAS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5738" y="194933"/>
            <a:ext cx="17736524" cy="203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5"/>
              </a:lnSpc>
            </a:pPr>
            <a:r>
              <a:rPr lang="en-US" sz="11889" b="true">
                <a:solidFill>
                  <a:srgbClr val="08070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Passo 4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1358480">
            <a:off x="910914" y="748135"/>
            <a:ext cx="4283407" cy="1981076"/>
          </a:xfrm>
          <a:custGeom>
            <a:avLst/>
            <a:gdLst/>
            <a:ahLst/>
            <a:cxnLst/>
            <a:rect r="r" b="b" t="t" l="l"/>
            <a:pathLst>
              <a:path h="1981076" w="4283407">
                <a:moveTo>
                  <a:pt x="4283407" y="0"/>
                </a:moveTo>
                <a:lnTo>
                  <a:pt x="0" y="0"/>
                </a:lnTo>
                <a:lnTo>
                  <a:pt x="0" y="1981076"/>
                </a:lnTo>
                <a:lnTo>
                  <a:pt x="4283407" y="1981076"/>
                </a:lnTo>
                <a:lnTo>
                  <a:pt x="42834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13482" y="3648920"/>
            <a:ext cx="6535459" cy="484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CREATE (POST /api/pizzas)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Adiciona</a:t>
            </a: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 nova pizza ao cardápio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READ</a:t>
            </a: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 (GET /api/pizzas)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Lista </a:t>
            </a: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todas as pizzas do cardápio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READ BY ID (GET /api/pizzas/:id)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Busca pizza específica por ID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378182" y="3648920"/>
            <a:ext cx="7009585" cy="378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UPDATE (PUT /api/pizzas/:id)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Atualiza dados de uma pizza existente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DELETE (DELETE /api/pizzas/:id)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Remove pizza do cardápio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4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5738" y="278717"/>
            <a:ext cx="17736524" cy="9729565"/>
            <a:chOff x="0" y="0"/>
            <a:chExt cx="55580676" cy="30489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55435893" cy="30344612"/>
            </a:xfrm>
            <a:custGeom>
              <a:avLst/>
              <a:gdLst/>
              <a:ahLst/>
              <a:cxnLst/>
              <a:rect r="r" b="b" t="t" l="l"/>
              <a:pathLst>
                <a:path h="30344612" w="55435893">
                  <a:moveTo>
                    <a:pt x="0" y="0"/>
                  </a:moveTo>
                  <a:lnTo>
                    <a:pt x="55435893" y="0"/>
                  </a:lnTo>
                  <a:lnTo>
                    <a:pt x="55435893" y="30344612"/>
                  </a:lnTo>
                  <a:lnTo>
                    <a:pt x="0" y="303446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580676" cy="30489392"/>
            </a:xfrm>
            <a:custGeom>
              <a:avLst/>
              <a:gdLst/>
              <a:ahLst/>
              <a:cxnLst/>
              <a:rect r="r" b="b" t="t" l="l"/>
              <a:pathLst>
                <a:path h="30489392" w="55580676">
                  <a:moveTo>
                    <a:pt x="55435897" y="30344610"/>
                  </a:moveTo>
                  <a:lnTo>
                    <a:pt x="55580676" y="30344610"/>
                  </a:lnTo>
                  <a:lnTo>
                    <a:pt x="55580676" y="30489392"/>
                  </a:lnTo>
                  <a:lnTo>
                    <a:pt x="55435897" y="30489392"/>
                  </a:lnTo>
                  <a:lnTo>
                    <a:pt x="55435897" y="3034461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0344610"/>
                  </a:lnTo>
                  <a:lnTo>
                    <a:pt x="0" y="30344610"/>
                  </a:lnTo>
                  <a:lnTo>
                    <a:pt x="0" y="144780"/>
                  </a:lnTo>
                  <a:close/>
                  <a:moveTo>
                    <a:pt x="0" y="30344610"/>
                  </a:moveTo>
                  <a:lnTo>
                    <a:pt x="144780" y="30344610"/>
                  </a:lnTo>
                  <a:lnTo>
                    <a:pt x="144780" y="30489392"/>
                  </a:lnTo>
                  <a:lnTo>
                    <a:pt x="0" y="30489392"/>
                  </a:lnTo>
                  <a:lnTo>
                    <a:pt x="0" y="30344610"/>
                  </a:lnTo>
                  <a:close/>
                  <a:moveTo>
                    <a:pt x="55435897" y="144780"/>
                  </a:moveTo>
                  <a:lnTo>
                    <a:pt x="55580676" y="144780"/>
                  </a:lnTo>
                  <a:lnTo>
                    <a:pt x="55580676" y="30344610"/>
                  </a:lnTo>
                  <a:lnTo>
                    <a:pt x="55435897" y="30344610"/>
                  </a:lnTo>
                  <a:lnTo>
                    <a:pt x="55435897" y="144780"/>
                  </a:lnTo>
                  <a:close/>
                  <a:moveTo>
                    <a:pt x="144780" y="30344610"/>
                  </a:moveTo>
                  <a:lnTo>
                    <a:pt x="55435897" y="30344610"/>
                  </a:lnTo>
                  <a:lnTo>
                    <a:pt x="55435897" y="30489392"/>
                  </a:lnTo>
                  <a:lnTo>
                    <a:pt x="144780" y="30489392"/>
                  </a:lnTo>
                  <a:lnTo>
                    <a:pt x="144780" y="30344610"/>
                  </a:lnTo>
                  <a:close/>
                  <a:moveTo>
                    <a:pt x="55435897" y="0"/>
                  </a:moveTo>
                  <a:lnTo>
                    <a:pt x="55580676" y="0"/>
                  </a:lnTo>
                  <a:lnTo>
                    <a:pt x="55580676" y="144780"/>
                  </a:lnTo>
                  <a:lnTo>
                    <a:pt x="55435897" y="144780"/>
                  </a:lnTo>
                  <a:lnTo>
                    <a:pt x="5543589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5435897" y="0"/>
                  </a:lnTo>
                  <a:lnTo>
                    <a:pt x="5543589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B1B1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13482" y="3497810"/>
            <a:ext cx="15061037" cy="5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CRUD DE CLIENTES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5738" y="392665"/>
            <a:ext cx="17736524" cy="203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5"/>
              </a:lnSpc>
            </a:pPr>
            <a:r>
              <a:rPr lang="en-US" sz="11889" b="true">
                <a:solidFill>
                  <a:srgbClr val="08070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Passo 5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498170" y="6247935"/>
            <a:ext cx="4134568" cy="3457533"/>
          </a:xfrm>
          <a:custGeom>
            <a:avLst/>
            <a:gdLst/>
            <a:ahLst/>
            <a:cxnLst/>
            <a:rect r="r" b="b" t="t" l="l"/>
            <a:pathLst>
              <a:path h="3457533" w="4134568">
                <a:moveTo>
                  <a:pt x="0" y="0"/>
                </a:moveTo>
                <a:lnTo>
                  <a:pt x="4134568" y="0"/>
                </a:lnTo>
                <a:lnTo>
                  <a:pt x="4134568" y="3457533"/>
                </a:lnTo>
                <a:lnTo>
                  <a:pt x="0" y="3457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9954" y="621265"/>
            <a:ext cx="4134568" cy="3457533"/>
          </a:xfrm>
          <a:custGeom>
            <a:avLst/>
            <a:gdLst/>
            <a:ahLst/>
            <a:cxnLst/>
            <a:rect r="r" b="b" t="t" l="l"/>
            <a:pathLst>
              <a:path h="3457533" w="4134568">
                <a:moveTo>
                  <a:pt x="0" y="0"/>
                </a:moveTo>
                <a:lnTo>
                  <a:pt x="4134568" y="0"/>
                </a:lnTo>
                <a:lnTo>
                  <a:pt x="4134568" y="3457532"/>
                </a:lnTo>
                <a:lnTo>
                  <a:pt x="0" y="3457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23141" y="4561689"/>
            <a:ext cx="8241719" cy="271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POST /api/clientes Cadastrar novo cliente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GET /api/clientes Listar todos os clientes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GET /api/clientes/:id Buscar cliente específico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PUT /api/clientes/:id Atualizar dados do cliente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DELETE /api/clientes/:id Remover cliente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4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5738" y="278717"/>
            <a:ext cx="17736524" cy="9729565"/>
            <a:chOff x="0" y="0"/>
            <a:chExt cx="55580676" cy="30489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55435893" cy="30344612"/>
            </a:xfrm>
            <a:custGeom>
              <a:avLst/>
              <a:gdLst/>
              <a:ahLst/>
              <a:cxnLst/>
              <a:rect r="r" b="b" t="t" l="l"/>
              <a:pathLst>
                <a:path h="30344612" w="55435893">
                  <a:moveTo>
                    <a:pt x="0" y="0"/>
                  </a:moveTo>
                  <a:lnTo>
                    <a:pt x="55435893" y="0"/>
                  </a:lnTo>
                  <a:lnTo>
                    <a:pt x="55435893" y="30344612"/>
                  </a:lnTo>
                  <a:lnTo>
                    <a:pt x="0" y="303446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580676" cy="30489392"/>
            </a:xfrm>
            <a:custGeom>
              <a:avLst/>
              <a:gdLst/>
              <a:ahLst/>
              <a:cxnLst/>
              <a:rect r="r" b="b" t="t" l="l"/>
              <a:pathLst>
                <a:path h="30489392" w="55580676">
                  <a:moveTo>
                    <a:pt x="55435897" y="30344610"/>
                  </a:moveTo>
                  <a:lnTo>
                    <a:pt x="55580676" y="30344610"/>
                  </a:lnTo>
                  <a:lnTo>
                    <a:pt x="55580676" y="30489392"/>
                  </a:lnTo>
                  <a:lnTo>
                    <a:pt x="55435897" y="30489392"/>
                  </a:lnTo>
                  <a:lnTo>
                    <a:pt x="55435897" y="3034461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0344610"/>
                  </a:lnTo>
                  <a:lnTo>
                    <a:pt x="0" y="30344610"/>
                  </a:lnTo>
                  <a:lnTo>
                    <a:pt x="0" y="144780"/>
                  </a:lnTo>
                  <a:close/>
                  <a:moveTo>
                    <a:pt x="0" y="30344610"/>
                  </a:moveTo>
                  <a:lnTo>
                    <a:pt x="144780" y="30344610"/>
                  </a:lnTo>
                  <a:lnTo>
                    <a:pt x="144780" y="30489392"/>
                  </a:lnTo>
                  <a:lnTo>
                    <a:pt x="0" y="30489392"/>
                  </a:lnTo>
                  <a:lnTo>
                    <a:pt x="0" y="30344610"/>
                  </a:lnTo>
                  <a:close/>
                  <a:moveTo>
                    <a:pt x="55435897" y="144780"/>
                  </a:moveTo>
                  <a:lnTo>
                    <a:pt x="55580676" y="144780"/>
                  </a:lnTo>
                  <a:lnTo>
                    <a:pt x="55580676" y="30344610"/>
                  </a:lnTo>
                  <a:lnTo>
                    <a:pt x="55435897" y="30344610"/>
                  </a:lnTo>
                  <a:lnTo>
                    <a:pt x="55435897" y="144780"/>
                  </a:lnTo>
                  <a:close/>
                  <a:moveTo>
                    <a:pt x="144780" y="30344610"/>
                  </a:moveTo>
                  <a:lnTo>
                    <a:pt x="55435897" y="30344610"/>
                  </a:lnTo>
                  <a:lnTo>
                    <a:pt x="55435897" y="30489392"/>
                  </a:lnTo>
                  <a:lnTo>
                    <a:pt x="144780" y="30489392"/>
                  </a:lnTo>
                  <a:lnTo>
                    <a:pt x="144780" y="30344610"/>
                  </a:lnTo>
                  <a:close/>
                  <a:moveTo>
                    <a:pt x="55435897" y="0"/>
                  </a:moveTo>
                  <a:lnTo>
                    <a:pt x="55580676" y="0"/>
                  </a:lnTo>
                  <a:lnTo>
                    <a:pt x="55580676" y="144780"/>
                  </a:lnTo>
                  <a:lnTo>
                    <a:pt x="55435897" y="144780"/>
                  </a:lnTo>
                  <a:lnTo>
                    <a:pt x="5543589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5435897" y="0"/>
                  </a:lnTo>
                  <a:lnTo>
                    <a:pt x="5543589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B1B1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4341247" y="5519182"/>
            <a:ext cx="3550470" cy="4347413"/>
          </a:xfrm>
          <a:custGeom>
            <a:avLst/>
            <a:gdLst/>
            <a:ahLst/>
            <a:cxnLst/>
            <a:rect r="r" b="b" t="t" l="l"/>
            <a:pathLst>
              <a:path h="4347413" w="3550470">
                <a:moveTo>
                  <a:pt x="0" y="0"/>
                </a:moveTo>
                <a:lnTo>
                  <a:pt x="3550470" y="0"/>
                </a:lnTo>
                <a:lnTo>
                  <a:pt x="3550470" y="4347413"/>
                </a:lnTo>
                <a:lnTo>
                  <a:pt x="0" y="4347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52384" y="2721469"/>
            <a:ext cx="8383233" cy="5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CRUD DE PEDIDOS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5738" y="355071"/>
            <a:ext cx="17736524" cy="203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5"/>
              </a:lnSpc>
            </a:pPr>
            <a:r>
              <a:rPr lang="en-US" sz="11889" b="true">
                <a:solidFill>
                  <a:srgbClr val="08070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Passo 6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546231" y="474562"/>
            <a:ext cx="3550470" cy="4347413"/>
          </a:xfrm>
          <a:custGeom>
            <a:avLst/>
            <a:gdLst/>
            <a:ahLst/>
            <a:cxnLst/>
            <a:rect r="r" b="b" t="t" l="l"/>
            <a:pathLst>
              <a:path h="4347413" w="3550470">
                <a:moveTo>
                  <a:pt x="3550471" y="0"/>
                </a:moveTo>
                <a:lnTo>
                  <a:pt x="0" y="0"/>
                </a:lnTo>
                <a:lnTo>
                  <a:pt x="0" y="4347413"/>
                </a:lnTo>
                <a:lnTo>
                  <a:pt x="3550471" y="4347413"/>
                </a:lnTo>
                <a:lnTo>
                  <a:pt x="35504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03957" y="3418616"/>
            <a:ext cx="12172205" cy="6447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Valid</a:t>
            </a: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ação de dados (verifica se cliente e pizzas existem)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Cálculo automático do total</a:t>
            </a: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 do pedido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</a:t>
            </a: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ontrole de status com 5 estados diferentes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Dados enriquecidos (retorna informações completas)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St</a:t>
            </a: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atus de Pedidos: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Pendente: Pedido recebido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Em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Preparo: Pizza sendo preparada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Saiu para Entrega: Ped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ido em rota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Entr</a:t>
            </a: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egue: Pedido finalizado com sucesso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Cancelado: Pedido cancelado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4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5738" y="278717"/>
            <a:ext cx="17736524" cy="9729565"/>
            <a:chOff x="0" y="0"/>
            <a:chExt cx="55580676" cy="30489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55435893" cy="30344612"/>
            </a:xfrm>
            <a:custGeom>
              <a:avLst/>
              <a:gdLst/>
              <a:ahLst/>
              <a:cxnLst/>
              <a:rect r="r" b="b" t="t" l="l"/>
              <a:pathLst>
                <a:path h="30344612" w="55435893">
                  <a:moveTo>
                    <a:pt x="0" y="0"/>
                  </a:moveTo>
                  <a:lnTo>
                    <a:pt x="55435893" y="0"/>
                  </a:lnTo>
                  <a:lnTo>
                    <a:pt x="55435893" y="30344612"/>
                  </a:lnTo>
                  <a:lnTo>
                    <a:pt x="0" y="303446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580676" cy="30489392"/>
            </a:xfrm>
            <a:custGeom>
              <a:avLst/>
              <a:gdLst/>
              <a:ahLst/>
              <a:cxnLst/>
              <a:rect r="r" b="b" t="t" l="l"/>
              <a:pathLst>
                <a:path h="30489392" w="55580676">
                  <a:moveTo>
                    <a:pt x="55435897" y="30344610"/>
                  </a:moveTo>
                  <a:lnTo>
                    <a:pt x="55580676" y="30344610"/>
                  </a:lnTo>
                  <a:lnTo>
                    <a:pt x="55580676" y="30489392"/>
                  </a:lnTo>
                  <a:lnTo>
                    <a:pt x="55435897" y="30489392"/>
                  </a:lnTo>
                  <a:lnTo>
                    <a:pt x="55435897" y="3034461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0344610"/>
                  </a:lnTo>
                  <a:lnTo>
                    <a:pt x="0" y="30344610"/>
                  </a:lnTo>
                  <a:lnTo>
                    <a:pt x="0" y="144780"/>
                  </a:lnTo>
                  <a:close/>
                  <a:moveTo>
                    <a:pt x="0" y="30344610"/>
                  </a:moveTo>
                  <a:lnTo>
                    <a:pt x="144780" y="30344610"/>
                  </a:lnTo>
                  <a:lnTo>
                    <a:pt x="144780" y="30489392"/>
                  </a:lnTo>
                  <a:lnTo>
                    <a:pt x="0" y="30489392"/>
                  </a:lnTo>
                  <a:lnTo>
                    <a:pt x="0" y="30344610"/>
                  </a:lnTo>
                  <a:close/>
                  <a:moveTo>
                    <a:pt x="55435897" y="144780"/>
                  </a:moveTo>
                  <a:lnTo>
                    <a:pt x="55580676" y="144780"/>
                  </a:lnTo>
                  <a:lnTo>
                    <a:pt x="55580676" y="30344610"/>
                  </a:lnTo>
                  <a:lnTo>
                    <a:pt x="55435897" y="30344610"/>
                  </a:lnTo>
                  <a:lnTo>
                    <a:pt x="55435897" y="144780"/>
                  </a:lnTo>
                  <a:close/>
                  <a:moveTo>
                    <a:pt x="144780" y="30344610"/>
                  </a:moveTo>
                  <a:lnTo>
                    <a:pt x="55435897" y="30344610"/>
                  </a:lnTo>
                  <a:lnTo>
                    <a:pt x="55435897" y="30489392"/>
                  </a:lnTo>
                  <a:lnTo>
                    <a:pt x="144780" y="30489392"/>
                  </a:lnTo>
                  <a:lnTo>
                    <a:pt x="144780" y="30344610"/>
                  </a:lnTo>
                  <a:close/>
                  <a:moveTo>
                    <a:pt x="55435897" y="0"/>
                  </a:moveTo>
                  <a:lnTo>
                    <a:pt x="55580676" y="0"/>
                  </a:lnTo>
                  <a:lnTo>
                    <a:pt x="55580676" y="144780"/>
                  </a:lnTo>
                  <a:lnTo>
                    <a:pt x="55435897" y="144780"/>
                  </a:lnTo>
                  <a:lnTo>
                    <a:pt x="5543589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5435897" y="0"/>
                  </a:lnTo>
                  <a:lnTo>
                    <a:pt x="5543589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B1B1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64508" y="227032"/>
            <a:ext cx="17758984" cy="9832936"/>
          </a:xfrm>
          <a:custGeom>
            <a:avLst/>
            <a:gdLst/>
            <a:ahLst/>
            <a:cxnLst/>
            <a:rect r="r" b="b" t="t" l="l"/>
            <a:pathLst>
              <a:path h="9832936" w="17758984">
                <a:moveTo>
                  <a:pt x="0" y="0"/>
                </a:moveTo>
                <a:lnTo>
                  <a:pt x="17758984" y="0"/>
                </a:lnTo>
                <a:lnTo>
                  <a:pt x="17758984" y="9832936"/>
                </a:lnTo>
                <a:lnTo>
                  <a:pt x="0" y="9832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6000"/>
            </a:blip>
            <a:stretch>
              <a:fillRect l="-8876" t="-20175" r="0" b="-20175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57198" y="2337798"/>
            <a:ext cx="16773604" cy="5741516"/>
            <a:chOff x="0" y="0"/>
            <a:chExt cx="52563188" cy="17992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2390" y="72390"/>
              <a:ext cx="52418409" cy="17847321"/>
            </a:xfrm>
            <a:custGeom>
              <a:avLst/>
              <a:gdLst/>
              <a:ahLst/>
              <a:cxnLst/>
              <a:rect r="r" b="b" t="t" l="l"/>
              <a:pathLst>
                <a:path h="17847321" w="52418409">
                  <a:moveTo>
                    <a:pt x="0" y="0"/>
                  </a:moveTo>
                  <a:lnTo>
                    <a:pt x="52418409" y="0"/>
                  </a:lnTo>
                  <a:lnTo>
                    <a:pt x="52418409" y="17847321"/>
                  </a:lnTo>
                  <a:lnTo>
                    <a:pt x="0" y="178473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563185" cy="17992100"/>
            </a:xfrm>
            <a:custGeom>
              <a:avLst/>
              <a:gdLst/>
              <a:ahLst/>
              <a:cxnLst/>
              <a:rect r="r" b="b" t="t" l="l"/>
              <a:pathLst>
                <a:path h="17992100" w="52563185">
                  <a:moveTo>
                    <a:pt x="52418407" y="17847320"/>
                  </a:moveTo>
                  <a:lnTo>
                    <a:pt x="52563185" y="17847320"/>
                  </a:lnTo>
                  <a:lnTo>
                    <a:pt x="52563185" y="17992100"/>
                  </a:lnTo>
                  <a:lnTo>
                    <a:pt x="52418407" y="17992100"/>
                  </a:lnTo>
                  <a:lnTo>
                    <a:pt x="52418407" y="1784732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847320"/>
                  </a:lnTo>
                  <a:lnTo>
                    <a:pt x="0" y="17847320"/>
                  </a:lnTo>
                  <a:lnTo>
                    <a:pt x="0" y="144780"/>
                  </a:lnTo>
                  <a:close/>
                  <a:moveTo>
                    <a:pt x="0" y="17847320"/>
                  </a:moveTo>
                  <a:lnTo>
                    <a:pt x="144780" y="17847320"/>
                  </a:lnTo>
                  <a:lnTo>
                    <a:pt x="144780" y="17992100"/>
                  </a:lnTo>
                  <a:lnTo>
                    <a:pt x="0" y="17992100"/>
                  </a:lnTo>
                  <a:lnTo>
                    <a:pt x="0" y="17847320"/>
                  </a:lnTo>
                  <a:close/>
                  <a:moveTo>
                    <a:pt x="52418407" y="144780"/>
                  </a:moveTo>
                  <a:lnTo>
                    <a:pt x="52563185" y="144780"/>
                  </a:lnTo>
                  <a:lnTo>
                    <a:pt x="52563185" y="17847320"/>
                  </a:lnTo>
                  <a:lnTo>
                    <a:pt x="52418407" y="17847320"/>
                  </a:lnTo>
                  <a:lnTo>
                    <a:pt x="52418407" y="144780"/>
                  </a:lnTo>
                  <a:close/>
                  <a:moveTo>
                    <a:pt x="144780" y="17847320"/>
                  </a:moveTo>
                  <a:lnTo>
                    <a:pt x="52418407" y="17847320"/>
                  </a:lnTo>
                  <a:lnTo>
                    <a:pt x="52418407" y="17992100"/>
                  </a:lnTo>
                  <a:lnTo>
                    <a:pt x="144780" y="17992100"/>
                  </a:lnTo>
                  <a:lnTo>
                    <a:pt x="144780" y="17847320"/>
                  </a:lnTo>
                  <a:close/>
                  <a:moveTo>
                    <a:pt x="52418407" y="0"/>
                  </a:moveTo>
                  <a:lnTo>
                    <a:pt x="52563185" y="0"/>
                  </a:lnTo>
                  <a:lnTo>
                    <a:pt x="52563185" y="144780"/>
                  </a:lnTo>
                  <a:lnTo>
                    <a:pt x="52418407" y="144780"/>
                  </a:lnTo>
                  <a:lnTo>
                    <a:pt x="5241840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2418407" y="0"/>
                  </a:lnTo>
                  <a:lnTo>
                    <a:pt x="5241840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B1B1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2460738"/>
            <a:ext cx="16230600" cy="239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0"/>
              </a:lnSpc>
            </a:pPr>
            <a:r>
              <a:rPr lang="en-US" b="true" sz="14000">
                <a:solidFill>
                  <a:srgbClr val="08070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FIM!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500290" y="5403022"/>
            <a:ext cx="2498988" cy="2676292"/>
          </a:xfrm>
          <a:custGeom>
            <a:avLst/>
            <a:gdLst/>
            <a:ahLst/>
            <a:cxnLst/>
            <a:rect r="r" b="b" t="t" l="l"/>
            <a:pathLst>
              <a:path h="2676292" w="2498988">
                <a:moveTo>
                  <a:pt x="0" y="0"/>
                </a:moveTo>
                <a:lnTo>
                  <a:pt x="2498987" y="0"/>
                </a:lnTo>
                <a:lnTo>
                  <a:pt x="2498987" y="2676292"/>
                </a:lnTo>
                <a:lnTo>
                  <a:pt x="0" y="26762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894905" y="5403022"/>
            <a:ext cx="2498988" cy="2676292"/>
          </a:xfrm>
          <a:custGeom>
            <a:avLst/>
            <a:gdLst/>
            <a:ahLst/>
            <a:cxnLst/>
            <a:rect r="r" b="b" t="t" l="l"/>
            <a:pathLst>
              <a:path h="2676292" w="2498988">
                <a:moveTo>
                  <a:pt x="0" y="0"/>
                </a:moveTo>
                <a:lnTo>
                  <a:pt x="2498988" y="0"/>
                </a:lnTo>
                <a:lnTo>
                  <a:pt x="2498988" y="2676292"/>
                </a:lnTo>
                <a:lnTo>
                  <a:pt x="0" y="26762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698943" y="5403022"/>
            <a:ext cx="2498988" cy="2676292"/>
          </a:xfrm>
          <a:custGeom>
            <a:avLst/>
            <a:gdLst/>
            <a:ahLst/>
            <a:cxnLst/>
            <a:rect r="r" b="b" t="t" l="l"/>
            <a:pathLst>
              <a:path h="2676292" w="2498988">
                <a:moveTo>
                  <a:pt x="0" y="0"/>
                </a:moveTo>
                <a:lnTo>
                  <a:pt x="2498988" y="0"/>
                </a:lnTo>
                <a:lnTo>
                  <a:pt x="2498988" y="2676292"/>
                </a:lnTo>
                <a:lnTo>
                  <a:pt x="0" y="26762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DAG5te2aYjQ</dc:identifier>
  <dcterms:modified xsi:type="dcterms:W3CDTF">2011-08-01T06:04:30Z</dcterms:modified>
  <cp:revision>1</cp:revision>
  <dc:title>Apresentação do Back-End</dc:title>
</cp:coreProperties>
</file>